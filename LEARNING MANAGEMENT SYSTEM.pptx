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15"/>
  </p:handoutMasterIdLst>
  <p:sldIdLst>
    <p:sldId id="312" r:id="rId3"/>
    <p:sldId id="304" r:id="rId5"/>
    <p:sldId id="307" r:id="rId6"/>
    <p:sldId id="281" r:id="rId7"/>
    <p:sldId id="282" r:id="rId8"/>
    <p:sldId id="314" r:id="rId9"/>
    <p:sldId id="315" r:id="rId10"/>
    <p:sldId id="317" r:id="rId11"/>
    <p:sldId id="318" r:id="rId12"/>
    <p:sldId id="319" r:id="rId13"/>
    <p:sldId id="297" r:id="rId1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40" userDrawn="1">
          <p15:clr>
            <a:srgbClr val="A4A3A4"/>
          </p15:clr>
        </p15:guide>
        <p15:guide id="4" orient="horz" pos="3264" userDrawn="1">
          <p15:clr>
            <a:srgbClr val="A4A3A4"/>
          </p15:clr>
        </p15:guide>
        <p15:guide id="5" pos="6912" userDrawn="1">
          <p15:clr>
            <a:srgbClr val="A4A3A4"/>
          </p15:clr>
        </p15:guide>
        <p15:guide id="6" orient="horz" pos="0" userDrawn="1">
          <p15:clr>
            <a:srgbClr val="A4A3A4"/>
          </p15:clr>
        </p15:guide>
        <p15:guide id="7" orient="horz" pos="4008" userDrawn="1">
          <p15:clr>
            <a:srgbClr val="A4A3A4"/>
          </p15:clr>
        </p15:guide>
        <p15:guide id="23" orient="horz" pos="2355" userDrawn="1">
          <p15:clr>
            <a:srgbClr val="A4A3A4"/>
          </p15:clr>
        </p15:guide>
        <p15:guide id="12" pos="6696" userDrawn="1">
          <p15:clr>
            <a:srgbClr val="A4A3A4"/>
          </p15:clr>
        </p15:guide>
        <p15:guide id="15" pos="2167" userDrawn="1">
          <p15:clr>
            <a:srgbClr val="A4A3A4"/>
          </p15:clr>
        </p15:guide>
        <p15:guide id="16" pos="2760" userDrawn="1">
          <p15:clr>
            <a:srgbClr val="A4A3A4"/>
          </p15:clr>
        </p15:guide>
        <p15:guide id="17" pos="3288" userDrawn="1">
          <p15:clr>
            <a:srgbClr val="A4A3A4"/>
          </p15:clr>
        </p15:guide>
        <p15:guide id="18" pos="4069" userDrawn="1">
          <p15:clr>
            <a:srgbClr val="A4A3A4"/>
          </p15:clr>
        </p15:guide>
        <p15:guide id="19" pos="4392" userDrawn="1">
          <p15:clr>
            <a:srgbClr val="A4A3A4"/>
          </p15:clr>
        </p15:guide>
        <p15:guide id="20" pos="4905" userDrawn="1">
          <p15:clr>
            <a:srgbClr val="A4A3A4"/>
          </p15:clr>
        </p15:guide>
        <p15:guide id="21" pos="5544" userDrawn="1">
          <p15:clr>
            <a:srgbClr val="A4A3A4"/>
          </p15:clr>
        </p15:guide>
        <p15:guide id="22" pos="6072" userDrawn="1">
          <p15:clr>
            <a:srgbClr val="A4A3A4"/>
          </p15:clr>
        </p15:guide>
        <p15:guide id="25" pos="5256" userDrawn="1">
          <p15:clr>
            <a:srgbClr val="A4A3A4"/>
          </p15:clr>
        </p15:guide>
        <p15:guide id="26" pos="724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3B4B98B0-60AC-42C2-AFA5-B58CD77FA1E5}"/>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showGuides="1">
      <p:cViewPr varScale="1">
        <p:scale>
          <a:sx n="78" d="100"/>
          <a:sy n="78" d="100"/>
        </p:scale>
        <p:origin x="878" y="72"/>
      </p:cViewPr>
      <p:guideLst>
        <p:guide orient="horz" pos="2640"/>
        <p:guide orient="horz" pos="3264"/>
        <p:guide pos="6912"/>
        <p:guide orient="horz"/>
        <p:guide orient="horz" pos="4008"/>
        <p:guide orient="horz" pos="2355"/>
        <p:guide pos="6696"/>
        <p:guide pos="2167"/>
        <p:guide pos="2760"/>
        <p:guide pos="3288"/>
        <p:guide pos="4069"/>
        <p:guide pos="4392"/>
        <p:guide pos="4905"/>
        <p:guide pos="5544"/>
        <p:guide pos="6072"/>
        <p:guide pos="5256"/>
        <p:guide pos="724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microsoft.com/office/2018/10/relationships/authors" Targe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fld>
            <a:endParaRPr lang="en-US" dirty="0"/>
          </a:p>
        </p:txBody>
      </p:sp>
      <p:sp>
        <p:nvSpPr>
          <p:cNvPr id="4" name="Footer Placeholder 3"/>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fld>
            <a:endParaRPr lang="en-US" dirty="0"/>
          </a:p>
        </p:txBody>
      </p:sp>
    </p:spTree>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8" name="Freeform: Shape 17"/>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p:cNvGrpSpPr/>
          <p:nvPr userDrawn="1"/>
        </p:nvGrpSpPr>
        <p:grpSpPr>
          <a:xfrm>
            <a:off x="6452303" y="3405019"/>
            <a:ext cx="5739697" cy="3467971"/>
            <a:chOff x="5009037" y="2525712"/>
            <a:chExt cx="7170193" cy="4332288"/>
          </a:xfrm>
        </p:grpSpPr>
        <p:sp>
          <p:nvSpPr>
            <p:cNvPr id="7" name="Freeform 7"/>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noAutofit/>
            </a:bodyPr>
            <a:lstStyle/>
            <a:p>
              <a:endParaRPr lang="en-US" dirty="0"/>
            </a:p>
          </p:txBody>
        </p:sp>
        <p:sp>
          <p:nvSpPr>
            <p:cNvPr id="8" name="Freeform 6"/>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noAutofit/>
            </a:bodyPr>
            <a:lstStyle/>
            <a:p>
              <a:endParaRPr lang="en-US" dirty="0"/>
            </a:p>
          </p:txBody>
        </p:sp>
      </p:grpSp>
      <p:grpSp>
        <p:nvGrpSpPr>
          <p:cNvPr id="9" name="Group 8"/>
          <p:cNvGrpSpPr/>
          <p:nvPr userDrawn="1"/>
        </p:nvGrpSpPr>
        <p:grpSpPr>
          <a:xfrm flipH="1" flipV="1">
            <a:off x="6465610" y="0"/>
            <a:ext cx="5739697" cy="3467971"/>
            <a:chOff x="5183405" y="2678112"/>
            <a:chExt cx="7170193" cy="4332288"/>
          </a:xfrm>
        </p:grpSpPr>
        <p:sp>
          <p:nvSpPr>
            <p:cNvPr id="10" name="Freeform 7"/>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noAutofit/>
            </a:bodyPr>
            <a:lstStyle/>
            <a:p>
              <a:endParaRPr lang="en-US" dirty="0"/>
            </a:p>
          </p:txBody>
        </p:sp>
        <p:sp>
          <p:nvSpPr>
            <p:cNvPr id="11" name="Freeform 6"/>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noAutofit/>
            </a:bodyPr>
            <a:lstStyle/>
            <a:p>
              <a:endParaRPr lang="en-US" dirty="0"/>
            </a:p>
          </p:txBody>
        </p:sp>
      </p:grpSp>
      <p:sp>
        <p:nvSpPr>
          <p:cNvPr id="14" name="Image 2"/>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endParaRPr lang="en-US" dirty="0"/>
          </a:p>
        </p:txBody>
      </p:sp>
      <p:sp>
        <p:nvSpPr>
          <p:cNvPr id="13" name="Content Placeholder 2"/>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345">
              <a:lnSpc>
                <a:spcPct val="150000"/>
              </a:lnSpc>
              <a:spcBef>
                <a:spcPts val="0"/>
              </a:spcBef>
              <a:defRPr sz="2000"/>
            </a:lvl2pPr>
            <a:lvl3pPr marL="685800">
              <a:lnSpc>
                <a:spcPct val="150000"/>
              </a:lnSpc>
              <a:spcBef>
                <a:spcPts val="0"/>
              </a:spcBef>
              <a:defRPr sz="1800"/>
            </a:lvl3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p:txBody>
      </p:sp>
      <p:sp>
        <p:nvSpPr>
          <p:cNvPr id="3" name="Slide Number Placeholder 2"/>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p:cNvGrpSpPr/>
          <p:nvPr userDrawn="1"/>
        </p:nvGrpSpPr>
        <p:grpSpPr>
          <a:xfrm flipH="1">
            <a:off x="9353550" y="0"/>
            <a:ext cx="2838450" cy="2857958"/>
            <a:chOff x="0" y="0"/>
            <a:chExt cx="2838450" cy="2857958"/>
          </a:xfrm>
        </p:grpSpPr>
        <p:sp>
          <p:nvSpPr>
            <p:cNvPr id="12" name="Freeform: Shape 28"/>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p>
          </p:txBody>
        </p:sp>
        <p:sp>
          <p:nvSpPr>
            <p:cNvPr id="15" name="Freeform: Shape 15"/>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16" name="Image 2"/>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endParaRPr lang="en-US" dirty="0"/>
          </a:p>
        </p:txBody>
      </p:sp>
      <p:sp>
        <p:nvSpPr>
          <p:cNvPr id="8" name="Picture Placeholder 7"/>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33" name="Freeform 32"/>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endParaRPr lang="en-US" dirty="0"/>
          </a:p>
        </p:txBody>
      </p:sp>
      <p:sp>
        <p:nvSpPr>
          <p:cNvPr id="5" name="Content Placeholder 2"/>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345">
              <a:lnSpc>
                <a:spcPct val="100000"/>
              </a:lnSpc>
              <a:spcBef>
                <a:spcPts val="0"/>
              </a:spcBef>
              <a:defRPr sz="2400"/>
            </a:lvl2pPr>
            <a:lvl3pPr marL="685800">
              <a:lnSpc>
                <a:spcPct val="100000"/>
              </a:lnSpc>
              <a:spcBef>
                <a:spcPts val="0"/>
              </a:spcBef>
              <a:defRPr sz="2400"/>
            </a:lvl3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p:txBody>
      </p:sp>
      <p:sp>
        <p:nvSpPr>
          <p:cNvPr id="52" name="Picture Placeholder 7"/>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noAutofit/>
          </a:bodyPr>
          <a:lstStyle/>
          <a:p>
            <a:endParaRPr lang="en-US" dirty="0"/>
          </a:p>
        </p:txBody>
      </p:sp>
      <p:sp>
        <p:nvSpPr>
          <p:cNvPr id="31" name="Freeform 70"/>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noAutofit/>
          </a:bodyPr>
          <a:lstStyle/>
          <a:p>
            <a:endParaRPr lang="en-US" dirty="0"/>
          </a:p>
        </p:txBody>
      </p:sp>
      <p:sp>
        <p:nvSpPr>
          <p:cNvPr id="33" name="Image 4"/>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endParaRPr lang="en-US" dirty="0"/>
          </a:p>
        </p:txBody>
      </p:sp>
      <p:sp>
        <p:nvSpPr>
          <p:cNvPr id="13" name="Content Placeholder 3"/>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8" name="Slide Number Placeholder 2"/>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endParaRPr lang="en-US" dirty="0"/>
          </a:p>
        </p:txBody>
      </p:sp>
      <p:sp>
        <p:nvSpPr>
          <p:cNvPr id="11" name="Image 0"/>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1703311" y="-2784"/>
            <a:ext cx="1734410" cy="5167313"/>
          </a:xfrm>
          <a:prstGeom prst="rect">
            <a:avLst/>
          </a:prstGeom>
        </p:spPr>
      </p:pic>
      <p:sp>
        <p:nvSpPr>
          <p:cNvPr id="39" name="Freeform: Shape 38"/>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p:cNvPicPr>
            <a:picLocks noChangeAspect="1"/>
          </p:cNvPicPr>
          <p:nvPr userDrawn="1"/>
        </p:nvPicPr>
        <p:blipFill>
          <a:blip r:embed="rId4" cstate="screen">
            <a:extLst>
              <a:ext uri="{96DAC541-7B7A-43D3-8B79-37D633B846F1}">
                <asvg:svgBlip xmlns:asvg="http://schemas.microsoft.com/office/drawing/2016/SVG/main" r:embed="rId5"/>
              </a:ext>
            </a:extLst>
          </a:blip>
          <a:srcRect/>
          <a:stretch>
            <a:fillRect/>
          </a:stretch>
        </p:blipFill>
        <p:spPr>
          <a:xfrm>
            <a:off x="1718457" y="3440504"/>
            <a:ext cx="1719263" cy="1724025"/>
          </a:xfrm>
          <a:prstGeom prst="rect">
            <a:avLst/>
          </a:prstGeom>
        </p:spPr>
      </p:pic>
      <p:sp>
        <p:nvSpPr>
          <p:cNvPr id="16" name="Slide Number Placeholder 2"/>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fld>
            <a:endParaRPr lang="en-US" dirty="0"/>
          </a:p>
        </p:txBody>
      </p:sp>
      <p:sp>
        <p:nvSpPr>
          <p:cNvPr id="2" name="Content Placeholder 2"/>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345">
              <a:lnSpc>
                <a:spcPct val="100000"/>
              </a:lnSpc>
              <a:spcBef>
                <a:spcPts val="0"/>
              </a:spcBef>
              <a:defRPr sz="2400"/>
            </a:lvl2pPr>
            <a:lvl3pPr marL="685800">
              <a:lnSpc>
                <a:spcPct val="100000"/>
              </a:lnSpc>
              <a:spcBef>
                <a:spcPts val="0"/>
              </a:spcBef>
              <a:defRPr sz="2400"/>
            </a:lvl3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18" name="Freeform 17"/>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14" name="Freeform 13"/>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16" name="Freeform 15"/>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0" name="Title 19"/>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endParaRPr lang="en-US" dirty="0"/>
          </a:p>
        </p:txBody>
      </p:sp>
      <p:sp>
        <p:nvSpPr>
          <p:cNvPr id="19" name="Slide Number Placeholder 2"/>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fld>
            <a:endParaRPr lang="en-US" dirty="0"/>
          </a:p>
        </p:txBody>
      </p:sp>
      <p:sp>
        <p:nvSpPr>
          <p:cNvPr id="23" name="Content Placeholder 3"/>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210" indent="-283210">
              <a:spcBef>
                <a:spcPts val="1000"/>
              </a:spcBef>
              <a:defRPr sz="1800"/>
            </a:lvl2pPr>
            <a:lvl3pPr marL="283210" indent="-283210">
              <a:spcBef>
                <a:spcPts val="1000"/>
              </a:spcBef>
              <a:defRPr sz="1800"/>
            </a:lvl3pPr>
            <a:lvl4pPr marL="283210" indent="-283210">
              <a:spcBef>
                <a:spcPts val="1000"/>
              </a:spcBef>
              <a:defRPr sz="1800"/>
            </a:lvl4pPr>
            <a:lvl5pPr marL="283210" indent="-283210">
              <a:spcBef>
                <a:spcPts val="1000"/>
              </a:spcBef>
              <a:defRPr sz="1800"/>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5" name="Content Placeholder 5"/>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210" indent="-283210">
              <a:spcBef>
                <a:spcPts val="1000"/>
              </a:spcBef>
              <a:defRPr sz="1800"/>
            </a:lvl2pPr>
            <a:lvl3pPr marL="283210" indent="-283210">
              <a:spcBef>
                <a:spcPts val="1000"/>
              </a:spcBef>
              <a:defRPr sz="1800"/>
            </a:lvl3pPr>
            <a:lvl4pPr marL="283210" indent="-283210">
              <a:spcBef>
                <a:spcPts val="1000"/>
              </a:spcBef>
              <a:defRPr sz="1800"/>
            </a:lvl4pPr>
            <a:lvl5pPr marL="283210" indent="-283210">
              <a:spcBef>
                <a:spcPts val="1000"/>
              </a:spcBef>
              <a:defRPr sz="1800"/>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endParaRPr lang="en-US" dirty="0"/>
          </a:p>
        </p:txBody>
      </p:sp>
      <p:sp>
        <p:nvSpPr>
          <p:cNvPr id="5" name="Content Placeholder 2"/>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490" indent="-342900">
              <a:spcBef>
                <a:spcPts val="1000"/>
              </a:spcBef>
              <a:buFont typeface="+mj-lt"/>
              <a:buAutoNum type="alphaLcPeriod"/>
              <a:defRPr sz="1800"/>
            </a:lvl2pPr>
            <a:lvl3pPr marL="1202690" indent="-342900">
              <a:spcBef>
                <a:spcPts val="1000"/>
              </a:spcBef>
              <a:buFont typeface="+mj-lt"/>
              <a:buAutoNum type="arabicParenR"/>
              <a:defRPr sz="1800"/>
            </a:lvl3pPr>
            <a:lvl4pPr marL="1659890" indent="-342900">
              <a:spcBef>
                <a:spcPts val="1000"/>
              </a:spcBef>
              <a:buFont typeface="+mj-lt"/>
              <a:buAutoNum type="alphaLcParenR"/>
              <a:defRPr sz="1800"/>
            </a:lvl4pPr>
            <a:lvl5pPr indent="-283210">
              <a:spcBef>
                <a:spcPts val="1000"/>
              </a:spcBef>
              <a:defRPr sz="1800"/>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3" name="Content Placeholder 2"/>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210">
              <a:spcBef>
                <a:spcPts val="1000"/>
              </a:spcBef>
              <a:defRPr sz="1800"/>
            </a:lvl2pPr>
            <a:lvl3pPr indent="-283210">
              <a:spcBef>
                <a:spcPts val="1000"/>
              </a:spcBef>
              <a:defRPr sz="1800"/>
            </a:lvl3pPr>
            <a:lvl4pPr indent="-283210">
              <a:spcBef>
                <a:spcPts val="1000"/>
              </a:spcBef>
              <a:defRPr sz="1800"/>
            </a:lvl4pPr>
            <a:lvl5pPr indent="-283210">
              <a:spcBef>
                <a:spcPts val="1000"/>
              </a:spcBef>
              <a:defRPr sz="1800"/>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31" name="Picture Placeholder 30"/>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endParaRPr lang="en-US" dirty="0"/>
          </a:p>
        </p:txBody>
      </p:sp>
      <p:grpSp>
        <p:nvGrpSpPr>
          <p:cNvPr id="32" name="Group 31"/>
          <p:cNvGrpSpPr/>
          <p:nvPr userDrawn="1"/>
        </p:nvGrpSpPr>
        <p:grpSpPr>
          <a:xfrm>
            <a:off x="9353550" y="4000041"/>
            <a:ext cx="2838450" cy="2857959"/>
            <a:chOff x="12797096" y="4000041"/>
            <a:chExt cx="2838450" cy="2857959"/>
          </a:xfrm>
        </p:grpSpPr>
        <p:sp>
          <p:nvSpPr>
            <p:cNvPr id="20" name="Freeform: Shape 28"/>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noAutofit/>
            </a:bodyPr>
            <a:lstStyle/>
            <a:p>
              <a:pPr lvl="0"/>
              <a:endParaRPr lang="en-US" dirty="0"/>
            </a:p>
          </p:txBody>
        </p:sp>
        <p:sp>
          <p:nvSpPr>
            <p:cNvPr id="21" name="Freeform: Shape 25"/>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2" name="Freeform: Shape 15"/>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23" name="Image 2"/>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rot="5400000">
            <a:off x="9991886" y="1247775"/>
            <a:ext cx="2200114" cy="2200114"/>
          </a:xfrm>
          <a:prstGeom prst="rect">
            <a:avLst/>
          </a:prstGeom>
        </p:spPr>
      </p:pic>
      <p:sp>
        <p:nvSpPr>
          <p:cNvPr id="12" name="Freeform 11"/>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345">
              <a:lnSpc>
                <a:spcPct val="100000"/>
              </a:lnSpc>
              <a:spcBef>
                <a:spcPts val="0"/>
              </a:spcBef>
              <a:defRPr sz="2400"/>
            </a:lvl2pPr>
            <a:lvl3pPr marL="685800">
              <a:lnSpc>
                <a:spcPct val="100000"/>
              </a:lnSpc>
              <a:spcBef>
                <a:spcPts val="0"/>
              </a:spcBef>
              <a:defRPr sz="2400"/>
            </a:lvl3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p:txBody>
      </p:sp>
      <p:sp>
        <p:nvSpPr>
          <p:cNvPr id="10" name="Picture Placeholder 9"/>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noAutofit/>
          </a:bodyPr>
          <a:lstStyle/>
          <a:p>
            <a:pPr lvl="0"/>
            <a:endParaRPr lang="en-US" dirty="0"/>
          </a:p>
        </p:txBody>
      </p:sp>
      <p:sp>
        <p:nvSpPr>
          <p:cNvPr id="10" name="Freeform 9"/>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noAutofit/>
          </a:bodyPr>
          <a:lstStyle/>
          <a:p>
            <a:pPr lvl="0"/>
            <a:endParaRPr lang="en-US" dirty="0">
              <a:solidFill>
                <a:schemeClr val="tx1"/>
              </a:solidFill>
            </a:endParaRPr>
          </a:p>
        </p:txBody>
      </p:sp>
      <p:sp>
        <p:nvSpPr>
          <p:cNvPr id="30" name="Image 2"/>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endParaRPr lang="en-US" dirty="0"/>
          </a:p>
        </p:txBody>
      </p:sp>
      <p:sp>
        <p:nvSpPr>
          <p:cNvPr id="4" name="Text Placeholder 54"/>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endParaRPr lang="en-US" dirty="0"/>
          </a:p>
        </p:txBody>
      </p:sp>
      <p:sp>
        <p:nvSpPr>
          <p:cNvPr id="9" name="Content Placeholder 2"/>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0" name="Slide Number Placeholder 2"/>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p:cNvPicPr>
            <a:picLocks noChangeAspect="1"/>
          </p:cNvPicPr>
          <p:nvPr userDrawn="1"/>
        </p:nvPicPr>
        <p:blipFill>
          <a:blip r:embed="rId2" cstate="screen">
            <a:extLst>
              <a:ext uri="{96DAC541-7B7A-43D3-8B79-37D633B846F1}">
                <asvg:svgBlip xmlns:asvg="http://schemas.microsoft.com/office/drawing/2016/SVG/main" r:embed="rId3"/>
              </a:ext>
            </a:extLst>
          </a:blip>
          <a:srcRect t="7193"/>
          <a:stretch>
            <a:fillRect/>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endParaRPr lang="en-US" dirty="0"/>
          </a:p>
        </p:txBody>
      </p:sp>
      <p:sp>
        <p:nvSpPr>
          <p:cNvPr id="49" name="Freeform 48"/>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8" name="Content Placeholder 3"/>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7" name="Slide Number Placeholder 2"/>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fld>
            <a:endParaRPr lang="en-US" dirty="0"/>
          </a:p>
        </p:txBody>
      </p:sp>
      <p:pic>
        <p:nvPicPr>
          <p:cNvPr id="43" name="Graphic 42"/>
          <p:cNvPicPr>
            <a:picLocks noChangeAspect="1"/>
          </p:cNvPicPr>
          <p:nvPr userDrawn="1"/>
        </p:nvPicPr>
        <p:blipFill>
          <a:blip r:embed="rId2" cstate="screen">
            <a:extLst>
              <a:ext uri="{96DAC541-7B7A-43D3-8B79-37D633B846F1}">
                <asvg:svgBlip xmlns:asvg="http://schemas.microsoft.com/office/drawing/2016/SVG/main" r:embed="rId3"/>
              </a:ext>
            </a:extLst>
          </a:blip>
          <a:srcRect t="7193"/>
          <a:stretch>
            <a:fillRect/>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p:cNvPicPr>
            <a:picLocks noChangeAspect="1"/>
          </p:cNvPicPr>
          <p:nvPr userDrawn="1"/>
        </p:nvPicPr>
        <p:blipFill>
          <a:blip r:embed="rId4" cstate="screen">
            <a:extLst>
              <a:ext uri="{96DAC541-7B7A-43D3-8B79-37D633B846F1}">
                <asvg:svgBlip xmlns:asvg="http://schemas.microsoft.com/office/drawing/2016/SVG/main" r:embed="rId5"/>
              </a:ext>
            </a:extLst>
          </a:blip>
          <a:srcRect t="11443" r="10857"/>
          <a:stretch>
            <a:fillRect/>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endParaRPr lang="en-US" dirty="0"/>
          </a:p>
        </p:txBody>
      </p:sp>
      <p:sp>
        <p:nvSpPr>
          <p:cNvPr id="14" name="Content Placeholder 5"/>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6" name="Slide Number Placeholder 2"/>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9" name="Freeform: Shape 18"/>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p:cNvPicPr>
            <a:picLocks noChangeAspect="1"/>
          </p:cNvPicPr>
          <p:nvPr userDrawn="1"/>
        </p:nvPicPr>
        <p:blipFill>
          <a:blip r:embed="rId2" cstate="screen">
            <a:extLst>
              <a:ext uri="{96DAC541-7B7A-43D3-8B79-37D633B846F1}">
                <asvg:svgBlip xmlns:asvg="http://schemas.microsoft.com/office/drawing/2016/SVG/main" r:embed="rId3"/>
              </a:ext>
            </a:extLst>
          </a:blip>
          <a:srcRect/>
          <a:stretch>
            <a:fill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endParaRPr lang="en-US" dirty="0"/>
          </a:p>
        </p:txBody>
      </p:sp>
      <p:sp>
        <p:nvSpPr>
          <p:cNvPr id="6" name="Subtitle 2"/>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5"/>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9" name="Freeform: Shape 8"/>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endParaRPr lang="en-US" dirty="0"/>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8" name="Freeform: Shape 7"/>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endParaRPr lang="en-US" dirty="0"/>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endParaRPr lang="en-US" dirty="0"/>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endParaRPr lang="en-US" dirty="0"/>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endParaRPr lang="en-US" dirty="0"/>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345" indent="-347345"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345"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345"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345"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345"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hyperlink" Target="https://8080-bbeaecbbbacebffacedffccaedcecf.premiumproject.examly.io/swagger-ui/index.html#/api-controller"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0.xml"/><Relationship Id="rId2" Type="http://schemas.openxmlformats.org/officeDocument/2006/relationships/image" Target="../media/image16.png"/><Relationship Id="rId1" Type="http://schemas.openxmlformats.org/officeDocument/2006/relationships/hyperlink" Target="https://8080-bbeaecbbbacebffacedffccaedcecf.premiumproject.examly.io/swagger-ui/index.html#/api-controller"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11299" y="0"/>
            <a:ext cx="6392421" cy="1898249"/>
          </a:xfrm>
        </p:spPr>
        <p:txBody>
          <a:bodyPr anchor="ctr"/>
          <a:lstStyle/>
          <a:p>
            <a:r>
              <a:rPr lang="en-US" altLang="en-IN" dirty="0">
                <a:solidFill>
                  <a:schemeClr val="tx1"/>
                </a:solidFill>
              </a:rPr>
              <a:t>LEARNING MANAGEMENT SYSTEM</a:t>
            </a:r>
            <a:br>
              <a:rPr lang="en-IN" dirty="0">
                <a:solidFill>
                  <a:schemeClr val="tx1"/>
                </a:solidFill>
              </a:rPr>
            </a:br>
            <a:r>
              <a:rPr lang="en-IN" sz="2000" dirty="0">
                <a:solidFill>
                  <a:schemeClr val="tx1"/>
                </a:solidFill>
              </a:rPr>
              <a:t>Spring Boot Backend Project</a:t>
            </a:r>
            <a:endParaRPr lang="en-IN" sz="2000" dirty="0">
              <a:solidFill>
                <a:schemeClr val="tx1"/>
              </a:solidFill>
            </a:endParaRPr>
          </a:p>
        </p:txBody>
      </p:sp>
      <p:sp>
        <p:nvSpPr>
          <p:cNvPr id="5" name="TextBox 4"/>
          <p:cNvSpPr txBox="1"/>
          <p:nvPr/>
        </p:nvSpPr>
        <p:spPr>
          <a:xfrm>
            <a:off x="3440563" y="2527513"/>
            <a:ext cx="6037733" cy="2122805"/>
          </a:xfrm>
          <a:prstGeom prst="rect">
            <a:avLst/>
          </a:prstGeom>
          <a:noFill/>
        </p:spPr>
        <p:txBody>
          <a:bodyPr wrap="square" rtlCol="0">
            <a:spAutoFit/>
          </a:bodyPr>
          <a:lstStyle/>
          <a:p>
            <a:r>
              <a:rPr lang="en-IN" sz="2400" b="1" dirty="0"/>
              <a:t>Presented By</a:t>
            </a:r>
            <a:endParaRPr lang="en-IN" sz="2400" b="1" dirty="0"/>
          </a:p>
          <a:p>
            <a:r>
              <a:rPr lang="en-IN" b="1" dirty="0"/>
              <a:t>A</a:t>
            </a:r>
            <a:r>
              <a:rPr lang="en-US" altLang="en-IN" b="1" dirty="0"/>
              <a:t>shwin Krishna.V</a:t>
            </a:r>
            <a:br>
              <a:rPr lang="en-IN" b="1" dirty="0"/>
            </a:br>
            <a:r>
              <a:rPr lang="en-IN" b="1" dirty="0"/>
              <a:t>III </a:t>
            </a:r>
            <a:r>
              <a:rPr lang="en-IN" b="1" dirty="0" err="1"/>
              <a:t>rd</a:t>
            </a:r>
            <a:r>
              <a:rPr lang="en-IN" b="1" dirty="0"/>
              <a:t> Year – CSE E</a:t>
            </a:r>
            <a:endParaRPr lang="en-IN" dirty="0"/>
          </a:p>
          <a:p>
            <a:r>
              <a:rPr lang="en-IN" b="1" dirty="0"/>
              <a:t>B.E. Computer Science and Engineering</a:t>
            </a:r>
            <a:endParaRPr lang="en-IN" dirty="0"/>
          </a:p>
          <a:p>
            <a:r>
              <a:rPr lang="en-IN" b="1" dirty="0"/>
              <a:t>Sri Krishna College of Technology</a:t>
            </a:r>
            <a:endParaRPr lang="en-IN" dirty="0"/>
          </a:p>
          <a:p>
            <a:pPr algn="ctr"/>
            <a:endParaRPr lang="en-IN" dirty="0"/>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53962"/>
            <a:ext cx="6583680" cy="1189703"/>
          </a:xfrm>
        </p:spPr>
        <p:txBody>
          <a:bodyPr/>
          <a:lstStyle/>
          <a:p>
            <a:r>
              <a:rPr lang="en-IN" dirty="0">
                <a:solidFill>
                  <a:schemeClr val="tx1"/>
                </a:solidFill>
              </a:rPr>
              <a:t>Table of Contents</a:t>
            </a:r>
            <a:endParaRPr lang="en-US" dirty="0">
              <a:solidFill>
                <a:schemeClr val="tx1"/>
              </a:solidFill>
            </a:endParaRPr>
          </a:p>
        </p:txBody>
      </p:sp>
      <p:sp>
        <p:nvSpPr>
          <p:cNvPr id="3" name="Content Placeholder 2"/>
          <p:cNvSpPr>
            <a:spLocks noGrp="1"/>
          </p:cNvSpPr>
          <p:nvPr>
            <p:ph idx="1"/>
          </p:nvPr>
        </p:nvSpPr>
        <p:spPr>
          <a:xfrm>
            <a:off x="914400" y="1969401"/>
            <a:ext cx="6583680" cy="3207344"/>
          </a:xfrm>
        </p:spPr>
        <p:txBody>
          <a:bodyPr>
            <a:normAutofit fontScale="85000" lnSpcReduction="20000"/>
          </a:bodyPr>
          <a:lstStyle/>
          <a:p>
            <a:pPr marL="342900" indent="-342900">
              <a:buFont typeface="Arial" panose="020B0604020202020204" pitchFamily="34" charset="0"/>
              <a:buChar char="•"/>
            </a:pPr>
            <a:r>
              <a:rPr lang="en-US" dirty="0">
                <a:solidFill>
                  <a:schemeClr val="tx1"/>
                </a:solidFill>
              </a:rPr>
              <a:t>Introduction</a:t>
            </a:r>
            <a:endParaRPr lang="en-US" dirty="0">
              <a:solidFill>
                <a:schemeClr val="tx1"/>
              </a:solidFill>
            </a:endParaRPr>
          </a:p>
          <a:p>
            <a:pPr marL="342900" indent="-342900">
              <a:buFont typeface="Arial" panose="020B0604020202020204" pitchFamily="34" charset="0"/>
              <a:buChar char="•"/>
            </a:pPr>
            <a:r>
              <a:rPr lang="en-IN" dirty="0">
                <a:solidFill>
                  <a:schemeClr val="tx1"/>
                </a:solidFill>
              </a:rPr>
              <a:t>Problem Statement</a:t>
            </a:r>
            <a:endParaRPr lang="en-IN" dirty="0">
              <a:solidFill>
                <a:schemeClr val="tx1"/>
              </a:solidFill>
            </a:endParaRPr>
          </a:p>
          <a:p>
            <a:pPr marL="342900" indent="-342900">
              <a:buFont typeface="Arial" panose="020B0604020202020204" pitchFamily="34" charset="0"/>
              <a:buChar char="•"/>
            </a:pPr>
            <a:r>
              <a:rPr lang="en-IN" dirty="0">
                <a:solidFill>
                  <a:schemeClr val="tx1"/>
                </a:solidFill>
              </a:rPr>
              <a:t>Project Objectives</a:t>
            </a:r>
            <a:endParaRPr lang="en-IN" dirty="0">
              <a:solidFill>
                <a:schemeClr val="tx1"/>
              </a:solidFill>
            </a:endParaRPr>
          </a:p>
          <a:p>
            <a:pPr marL="342900" indent="-342900">
              <a:buFont typeface="Arial" panose="020B0604020202020204" pitchFamily="34" charset="0"/>
              <a:buChar char="•"/>
            </a:pPr>
            <a:r>
              <a:rPr lang="en-IN" dirty="0">
                <a:solidFill>
                  <a:schemeClr val="tx1"/>
                </a:solidFill>
              </a:rPr>
              <a:t>UML Diagrams</a:t>
            </a:r>
            <a:endParaRPr lang="en-IN" dirty="0">
              <a:solidFill>
                <a:schemeClr val="tx1"/>
              </a:solidFill>
            </a:endParaRPr>
          </a:p>
          <a:p>
            <a:pPr marL="342900" indent="-342900">
              <a:buFont typeface="Arial" panose="020B0604020202020204" pitchFamily="34" charset="0"/>
              <a:buChar char="•"/>
            </a:pPr>
            <a:r>
              <a:rPr lang="en-US" dirty="0">
                <a:solidFill>
                  <a:schemeClr val="tx1"/>
                </a:solidFill>
              </a:rPr>
              <a:t>Functional Implementation — API Endpoints</a:t>
            </a:r>
            <a:endParaRPr lang="en-US" dirty="0">
              <a:solidFill>
                <a:schemeClr val="tx1"/>
              </a:solidFill>
            </a:endParaRPr>
          </a:p>
          <a:p>
            <a:pPr marL="342900" indent="-342900">
              <a:buFont typeface="Arial" panose="020B0604020202020204" pitchFamily="34" charset="0"/>
              <a:buChar char="•"/>
            </a:pPr>
            <a:r>
              <a:rPr lang="en-US" dirty="0">
                <a:solidFill>
                  <a:schemeClr val="tx1"/>
                </a:solidFill>
              </a:rPr>
              <a:t>Swagger UI - </a:t>
            </a:r>
            <a:r>
              <a:rPr lang="en-IN" dirty="0" err="1">
                <a:solidFill>
                  <a:schemeClr val="tx1"/>
                </a:solidFill>
                <a:hlinkClick r:id="rId1"/>
              </a:rPr>
              <a:t>api</a:t>
            </a:r>
            <a:r>
              <a:rPr lang="en-IN" dirty="0">
                <a:solidFill>
                  <a:schemeClr val="tx1"/>
                </a:solidFill>
                <a:hlinkClick r:id="rId1"/>
              </a:rPr>
              <a:t>-controller</a:t>
            </a:r>
            <a:br>
              <a:rPr lang="en-IN" dirty="0">
                <a:solidFill>
                  <a:schemeClr val="tx1"/>
                </a:solidFill>
              </a:rPr>
            </a:br>
            <a:br>
              <a:rPr lang="en-IN" dirty="0">
                <a:solidFill>
                  <a:schemeClr val="tx1"/>
                </a:solidFill>
              </a:rPr>
            </a:b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0103" y="344129"/>
            <a:ext cx="10845924" cy="5456598"/>
          </a:xfrm>
        </p:spPr>
        <p:txBody>
          <a:bodyPr/>
          <a:lstStyle/>
          <a:p>
            <a:r>
              <a:rPr lang="en-US" dirty="0">
                <a:solidFill>
                  <a:schemeClr val="tx1"/>
                </a:solidFill>
              </a:rPr>
              <a:t>Introduction</a:t>
            </a:r>
            <a:br>
              <a:rPr lang="en-US" dirty="0">
                <a:solidFill>
                  <a:schemeClr val="tx1"/>
                </a:solidFill>
              </a:rPr>
            </a:br>
            <a:br>
              <a:rPr lang="en-IN" dirty="0">
                <a:solidFill>
                  <a:schemeClr val="tx1"/>
                </a:solidFill>
              </a:rPr>
            </a:br>
            <a:r>
              <a:rPr lang="en-US" altLang="en-US" sz="1400" dirty="0">
                <a:solidFill>
                  <a:schemeClr val="tx1"/>
                </a:solidFill>
              </a:rPr>
              <a:t>The Learning Management System (LMS) is a web-based application developed to improve the learning </a:t>
            </a:r>
            <a:r>
              <a:rPr lang="en-US" altLang="en-US" sz="1400" dirty="0">
                <a:solidFill>
                  <a:schemeClr val="tx1"/>
                </a:solidFill>
              </a:rPr>
              <a:t>process in educational institutions. It allows students to access study materials, submit assignments, and attend quizzes online. Instructors can manage courses and monitor student progress efficiently. The system provides a centralized platform for teaching and learning activities. The project aims to make education more accessible, organized, and interactive through digital technology.</a:t>
            </a:r>
            <a:br>
              <a:rPr lang="en-US" altLang="en-US" sz="1400" dirty="0">
                <a:solidFill>
                  <a:schemeClr val="tx1"/>
                </a:solidFill>
              </a:rPr>
            </a:br>
            <a:br>
              <a:rPr lang="en-IN" sz="1400" dirty="0">
                <a:solidFill>
                  <a:schemeClr val="tx1"/>
                </a:solidFill>
              </a:rPr>
            </a:br>
            <a:r>
              <a:rPr lang="en-IN" sz="2000" dirty="0">
                <a:solidFill>
                  <a:schemeClr val="tx1"/>
                </a:solidFill>
              </a:rPr>
              <a:t>Key Features</a:t>
            </a:r>
            <a:br>
              <a:rPr lang="en-IN" sz="2000" dirty="0">
                <a:solidFill>
                  <a:schemeClr val="tx1"/>
                </a:solidFill>
              </a:rPr>
            </a:br>
            <a:br>
              <a:rPr lang="en-IN" sz="1400" dirty="0">
                <a:solidFill>
                  <a:schemeClr val="tx1"/>
                </a:solidFill>
              </a:rPr>
            </a:br>
            <a:r>
              <a:rPr lang="en-US" altLang="en-US" sz="1400" dirty="0">
                <a:solidFill>
                  <a:schemeClr val="tx1"/>
                </a:solidFill>
              </a:rPr>
              <a:t>* Course Management</a:t>
            </a:r>
            <a:br>
              <a:rPr lang="en-US" altLang="en-US" sz="1400" dirty="0">
                <a:solidFill>
                  <a:schemeClr val="tx1"/>
                </a:solidFill>
              </a:rPr>
            </a:br>
            <a:r>
              <a:rPr lang="en-US" altLang="en-US" sz="1400" dirty="0">
                <a:solidFill>
                  <a:schemeClr val="tx1"/>
                </a:solidFill>
              </a:rPr>
              <a:t>* Assignment Management</a:t>
            </a:r>
            <a:br>
              <a:rPr lang="en-US" altLang="en-US" sz="1400" dirty="0">
                <a:solidFill>
                  <a:schemeClr val="tx1"/>
                </a:solidFill>
              </a:rPr>
            </a:br>
            <a:r>
              <a:rPr lang="en-US" altLang="en-US" sz="1400" dirty="0">
                <a:solidFill>
                  <a:schemeClr val="tx1"/>
                </a:solidFill>
              </a:rPr>
              <a:t>* Quiz Management</a:t>
            </a:r>
            <a:br>
              <a:rPr lang="en-US" altLang="en-US" sz="1400" dirty="0">
                <a:solidFill>
                  <a:schemeClr val="tx1"/>
                </a:solidFill>
              </a:rPr>
            </a:br>
            <a:r>
              <a:rPr lang="en-US" altLang="en-US" sz="1400" dirty="0">
                <a:solidFill>
                  <a:schemeClr val="tx1"/>
                </a:solidFill>
              </a:rPr>
              <a:t>* Student Progress Tracking</a:t>
            </a:r>
            <a:br>
              <a:rPr lang="en-US" altLang="en-US" sz="1400" dirty="0">
                <a:solidFill>
                  <a:schemeClr val="tx1"/>
                </a:solidFill>
              </a:rPr>
            </a:br>
            <a:br>
              <a:rPr lang="en-IN" dirty="0">
                <a:solidFill>
                  <a:schemeClr val="tx1"/>
                </a:solidFill>
              </a:rPr>
            </a:br>
            <a:endParaRPr lang="en-US"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57275"/>
            <a:ext cx="10579510" cy="5550002"/>
          </a:xfrm>
        </p:spPr>
        <p:txBody>
          <a:bodyPr/>
          <a:lstStyle/>
          <a:p>
            <a:r>
              <a:rPr lang="en-IN" dirty="0">
                <a:solidFill>
                  <a:schemeClr val="tx1"/>
                </a:solidFill>
              </a:rPr>
              <a:t>Problem Statement</a:t>
            </a:r>
            <a:br>
              <a:rPr lang="en-IN" dirty="0">
                <a:solidFill>
                  <a:schemeClr val="tx1"/>
                </a:solidFill>
              </a:rPr>
            </a:br>
            <a:br>
              <a:rPr lang="en-IN" sz="1800" dirty="0">
                <a:solidFill>
                  <a:schemeClr val="tx1"/>
                </a:solidFill>
              </a:rPr>
            </a:br>
            <a:r>
              <a:rPr lang="en-US" altLang="en-US" sz="1400" dirty="0">
                <a:solidFill>
                  <a:schemeClr val="tx1"/>
                </a:solidFill>
              </a:rPr>
              <a:t>To develop a centralized platform for managing courses, assignments, quizzes, and student progress efficiently in an online learning environment.</a:t>
            </a:r>
            <a:br>
              <a:rPr lang="en-US" altLang="en-US" sz="1400" dirty="0">
                <a:solidFill>
                  <a:schemeClr val="tx1"/>
                </a:solidFill>
              </a:rPr>
            </a:br>
            <a:br>
              <a:rPr lang="en-US" altLang="en-US" sz="1400" dirty="0">
                <a:solidFill>
                  <a:schemeClr val="tx1"/>
                </a:solidFill>
              </a:rPr>
            </a:br>
            <a:br>
              <a:rPr lang="en-IN" sz="1400" dirty="0">
                <a:solidFill>
                  <a:schemeClr val="tx1"/>
                </a:solidFill>
              </a:rPr>
            </a:br>
            <a:r>
              <a:rPr lang="en-IN" sz="1800" dirty="0">
                <a:solidFill>
                  <a:schemeClr val="tx1"/>
                </a:solidFill>
              </a:rPr>
              <a:t>Challenges:</a:t>
            </a:r>
            <a:br>
              <a:rPr lang="en-IN" sz="1800" dirty="0">
                <a:solidFill>
                  <a:schemeClr val="tx1"/>
                </a:solidFill>
              </a:rPr>
            </a:br>
            <a:br>
              <a:rPr lang="en-IN" sz="1800" dirty="0">
                <a:solidFill>
                  <a:schemeClr val="tx1"/>
                </a:solidFill>
              </a:rPr>
            </a:br>
            <a:r>
              <a:rPr lang="en-US" altLang="en-US" sz="1400" dirty="0">
                <a:solidFill>
                  <a:schemeClr val="tx1"/>
                </a:solidFill>
              </a:rPr>
              <a:t>* User Authentication and Authorization</a:t>
            </a:r>
            <a:br>
              <a:rPr lang="en-US" altLang="en-US" sz="1400" dirty="0">
                <a:solidFill>
                  <a:schemeClr val="tx1"/>
                </a:solidFill>
              </a:rPr>
            </a:br>
            <a:r>
              <a:rPr lang="en-US" altLang="en-US" sz="1400" dirty="0">
                <a:solidFill>
                  <a:schemeClr val="tx1"/>
                </a:solidFill>
              </a:rPr>
              <a:t>* Course and Content Management</a:t>
            </a:r>
            <a:br>
              <a:rPr lang="en-US" altLang="en-US" sz="1400" dirty="0">
                <a:solidFill>
                  <a:schemeClr val="tx1"/>
                </a:solidFill>
              </a:rPr>
            </a:br>
            <a:r>
              <a:rPr lang="en-US" altLang="en-US" sz="1400" dirty="0">
                <a:solidFill>
                  <a:schemeClr val="tx1"/>
                </a:solidFill>
              </a:rPr>
              <a:t>* Assignment and Quiz Handling</a:t>
            </a:r>
            <a:br>
              <a:rPr lang="en-US" altLang="en-US" sz="1400" dirty="0">
                <a:solidFill>
                  <a:schemeClr val="tx1"/>
                </a:solidFill>
              </a:rPr>
            </a:br>
            <a:r>
              <a:rPr lang="en-US" altLang="en-US" sz="1400" dirty="0">
                <a:solidFill>
                  <a:schemeClr val="tx1"/>
                </a:solidFill>
              </a:rPr>
              <a:t>* Tracking Student Progress and Performance</a:t>
            </a:r>
            <a:br>
              <a:rPr lang="en-US" altLang="en-US" sz="1400" dirty="0">
                <a:solidFill>
                  <a:schemeClr val="tx1"/>
                </a:solidFill>
              </a:rPr>
            </a:br>
            <a:br>
              <a:rPr lang="en-US" altLang="en-US" sz="1400" dirty="0">
                <a:solidFill>
                  <a:schemeClr val="tx1"/>
                </a:solidFill>
              </a:rPr>
            </a:br>
            <a:br>
              <a:rPr lang="en-IN" sz="1400" dirty="0">
                <a:solidFill>
                  <a:schemeClr val="tx1"/>
                </a:solidFill>
              </a:rPr>
            </a:br>
            <a:br>
              <a:rPr lang="en-IN" sz="1400" dirty="0">
                <a:solidFill>
                  <a:schemeClr val="tx1"/>
                </a:solidFill>
              </a:rPr>
            </a:br>
            <a:r>
              <a:rPr lang="en-IN" dirty="0">
                <a:solidFill>
                  <a:schemeClr val="tx1"/>
                </a:solidFill>
              </a:rPr>
              <a:t>Proposed Solution</a:t>
            </a:r>
            <a:br>
              <a:rPr lang="en-US" altLang="en-US" sz="1800" dirty="0">
                <a:solidFill>
                  <a:schemeClr val="tx1"/>
                </a:solidFill>
              </a:rPr>
            </a:br>
            <a:br>
              <a:rPr lang="en-US" altLang="en-US" sz="1800" dirty="0">
                <a:solidFill>
                  <a:schemeClr val="tx1"/>
                </a:solidFill>
              </a:rPr>
            </a:br>
            <a:r>
              <a:rPr lang="en-US" altLang="en-US" sz="1400" dirty="0">
                <a:solidFill>
                  <a:schemeClr val="tx1"/>
                </a:solidFill>
              </a:rPr>
              <a:t>To develop a web-based Learning Management System that provides a centralized platform for managing courses, assignments, quizzes, and student progress efficiently and securely.</a:t>
            </a:r>
            <a:br>
              <a:rPr lang="en-US" altLang="en-US" sz="1400" dirty="0">
                <a:solidFill>
                  <a:schemeClr val="tx1"/>
                </a:solidFill>
              </a:rPr>
            </a:br>
            <a:br>
              <a:rPr lang="en-US" altLang="en-US" sz="1800" dirty="0">
                <a:solidFill>
                  <a:schemeClr val="tx1"/>
                </a:solidFill>
              </a:rPr>
            </a:br>
            <a:endParaRPr lang="en-US" altLang="en-US" sz="18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7881" y="25796"/>
            <a:ext cx="7965461" cy="994164"/>
          </a:xfrm>
        </p:spPr>
        <p:txBody>
          <a:bodyPr/>
          <a:lstStyle/>
          <a:p>
            <a:r>
              <a:rPr lang="en-IN" dirty="0">
                <a:solidFill>
                  <a:schemeClr val="tx1"/>
                </a:solidFill>
              </a:rPr>
              <a:t>Project Objectives</a:t>
            </a:r>
            <a:endParaRPr lang="en-US" dirty="0">
              <a:solidFill>
                <a:schemeClr val="tx1"/>
              </a:solidFill>
            </a:endParaRPr>
          </a:p>
        </p:txBody>
      </p:sp>
      <p:sp>
        <p:nvSpPr>
          <p:cNvPr id="3" name="Content Placeholder 2"/>
          <p:cNvSpPr>
            <a:spLocks noGrp="1"/>
          </p:cNvSpPr>
          <p:nvPr>
            <p:ph sz="half" idx="2"/>
          </p:nvPr>
        </p:nvSpPr>
        <p:spPr>
          <a:xfrm>
            <a:off x="3617880" y="1231312"/>
            <a:ext cx="8338145" cy="5395629"/>
          </a:xfrm>
        </p:spPr>
        <p:txBody>
          <a:bodyPr>
            <a:normAutofit fontScale="92500" lnSpcReduction="20000"/>
          </a:bodyPr>
          <a:lstStyle/>
          <a:p>
            <a:pPr marL="0" indent="0">
              <a:buNone/>
            </a:pPr>
            <a:r>
              <a:rPr lang="en-IN" sz="2200" b="1" dirty="0">
                <a:solidFill>
                  <a:schemeClr val="tx1"/>
                </a:solidFill>
              </a:rPr>
              <a:t>RESTful API Design</a:t>
            </a:r>
            <a:endParaRPr lang="en-IN" sz="2200" b="1" dirty="0">
              <a:solidFill>
                <a:schemeClr val="tx1"/>
              </a:solidFill>
            </a:endParaRPr>
          </a:p>
          <a:p>
            <a:r>
              <a:rPr lang="en-IN" dirty="0">
                <a:solidFill>
                  <a:schemeClr val="tx1"/>
                </a:solidFill>
              </a:rPr>
              <a:t>Develop REST APIs using Spring Boot for adding, retrieving, and approving certificate requests.</a:t>
            </a:r>
            <a:endParaRPr lang="en-IN" dirty="0">
              <a:solidFill>
                <a:schemeClr val="tx1"/>
              </a:solidFill>
            </a:endParaRPr>
          </a:p>
          <a:p>
            <a:pPr marL="0" indent="0">
              <a:buNone/>
            </a:pPr>
            <a:r>
              <a:rPr lang="en-IN" sz="2200" b="1" dirty="0">
                <a:solidFill>
                  <a:schemeClr val="tx1"/>
                </a:solidFill>
              </a:rPr>
              <a:t>Data Persistence</a:t>
            </a:r>
            <a:endParaRPr lang="en-IN" sz="2200" b="1" dirty="0">
              <a:solidFill>
                <a:schemeClr val="tx1"/>
              </a:solidFill>
            </a:endParaRPr>
          </a:p>
          <a:p>
            <a:r>
              <a:rPr lang="en-IN" dirty="0">
                <a:solidFill>
                  <a:schemeClr val="tx1"/>
                </a:solidFill>
              </a:rPr>
              <a:t>Store certificate request details securely in a relational database using JPA/Hibernate with auto-generated IDs.</a:t>
            </a:r>
            <a:endParaRPr lang="en-IN" dirty="0">
              <a:solidFill>
                <a:schemeClr val="tx1"/>
              </a:solidFill>
            </a:endParaRPr>
          </a:p>
          <a:p>
            <a:pPr marL="0" indent="0">
              <a:buNone/>
            </a:pPr>
            <a:r>
              <a:rPr lang="en-IN" sz="2200" b="1" dirty="0">
                <a:solidFill>
                  <a:schemeClr val="tx1"/>
                </a:solidFill>
              </a:rPr>
              <a:t>Request Status Management</a:t>
            </a:r>
            <a:endParaRPr lang="en-IN" sz="2200" b="1" dirty="0">
              <a:solidFill>
                <a:schemeClr val="tx1"/>
              </a:solidFill>
            </a:endParaRPr>
          </a:p>
          <a:p>
            <a:r>
              <a:rPr lang="en-IN" dirty="0">
                <a:solidFill>
                  <a:schemeClr val="tx1"/>
                </a:solidFill>
              </a:rPr>
              <a:t>Ensure every new request is assigned </a:t>
            </a:r>
            <a:r>
              <a:rPr lang="en-IN" b="1" dirty="0">
                <a:solidFill>
                  <a:schemeClr val="tx1"/>
                </a:solidFill>
              </a:rPr>
              <a:t>PENDING</a:t>
            </a:r>
            <a:r>
              <a:rPr lang="en-IN" dirty="0">
                <a:solidFill>
                  <a:schemeClr val="tx1"/>
                </a:solidFill>
              </a:rPr>
              <a:t> status and can be updated to </a:t>
            </a:r>
            <a:r>
              <a:rPr lang="en-IN" b="1" dirty="0">
                <a:solidFill>
                  <a:schemeClr val="tx1"/>
                </a:solidFill>
              </a:rPr>
              <a:t>APPROVED</a:t>
            </a:r>
            <a:r>
              <a:rPr lang="en-IN" dirty="0">
                <a:solidFill>
                  <a:schemeClr val="tx1"/>
                </a:solidFill>
              </a:rPr>
              <a:t> by the administrator.</a:t>
            </a:r>
            <a:endParaRPr lang="en-IN" dirty="0">
              <a:solidFill>
                <a:schemeClr val="tx1"/>
              </a:solidFill>
            </a:endParaRPr>
          </a:p>
          <a:p>
            <a:pPr marL="0" indent="0">
              <a:buNone/>
            </a:pPr>
            <a:r>
              <a:rPr lang="en-IN" sz="2200" b="1" dirty="0">
                <a:solidFill>
                  <a:schemeClr val="tx1"/>
                </a:solidFill>
              </a:rPr>
              <a:t>Frontend–Backend Integration</a:t>
            </a:r>
            <a:endParaRPr lang="en-IN" sz="2200" b="1" dirty="0">
              <a:solidFill>
                <a:schemeClr val="tx1"/>
              </a:solidFill>
            </a:endParaRPr>
          </a:p>
          <a:p>
            <a:r>
              <a:rPr lang="en-IN" dirty="0">
                <a:solidFill>
                  <a:schemeClr val="tx1"/>
                </a:solidFill>
              </a:rPr>
              <a:t>Enable seamless communication between the React frontend (Port 8081) and Spring Boot backend (Port 8080) using REST APIs.</a:t>
            </a:r>
            <a:endParaRPr lang="en-IN" dirty="0">
              <a:solidFill>
                <a:schemeClr val="tx1"/>
              </a:solidFill>
            </a:endParaRPr>
          </a:p>
          <a:p>
            <a:pPr marL="0" indent="0">
              <a:buNone/>
            </a:pPr>
            <a:r>
              <a:rPr lang="en-IN" sz="2200" b="1" dirty="0">
                <a:solidFill>
                  <a:schemeClr val="tx1"/>
                </a:solidFill>
              </a:rPr>
              <a:t>Layered Architecture</a:t>
            </a:r>
            <a:endParaRPr lang="en-IN" sz="2200" b="1" dirty="0">
              <a:solidFill>
                <a:schemeClr val="tx1"/>
              </a:solidFill>
            </a:endParaRPr>
          </a:p>
          <a:p>
            <a:r>
              <a:rPr lang="en-IN" dirty="0">
                <a:solidFill>
                  <a:schemeClr val="tx1"/>
                </a:solidFill>
              </a:rPr>
              <a:t>Implement a clean MVC architecture with </a:t>
            </a:r>
            <a:r>
              <a:rPr lang="en-IN" b="1" dirty="0">
                <a:solidFill>
                  <a:schemeClr val="tx1"/>
                </a:solidFill>
              </a:rPr>
              <a:t>Configuration, Controller, Service, Repository, and Model</a:t>
            </a:r>
            <a:r>
              <a:rPr lang="en-IN" dirty="0">
                <a:solidFill>
                  <a:schemeClr val="tx1"/>
                </a:solidFill>
              </a:rPr>
              <a:t> layers for better maintainability.</a:t>
            </a:r>
            <a:endParaRPr lang="en-IN" dirty="0">
              <a:solidFill>
                <a:schemeClr val="tx1"/>
              </a:solidFill>
            </a:endParaRPr>
          </a:p>
          <a:p>
            <a:pPr marL="0" indent="0">
              <a:buNone/>
            </a:pPr>
            <a:r>
              <a:rPr lang="en-IN" sz="2200" b="1" dirty="0">
                <a:solidFill>
                  <a:schemeClr val="tx1"/>
                </a:solidFill>
              </a:rPr>
              <a:t> Exception Handling</a:t>
            </a:r>
            <a:endParaRPr lang="en-IN" sz="2200" b="1" dirty="0">
              <a:solidFill>
                <a:schemeClr val="tx1"/>
              </a:solidFill>
            </a:endParaRPr>
          </a:p>
          <a:p>
            <a:r>
              <a:rPr lang="en-IN" dirty="0">
                <a:solidFill>
                  <a:schemeClr val="tx1"/>
                </a:solidFill>
              </a:rPr>
              <a:t>Return appropriate HTTP status codes such as </a:t>
            </a:r>
            <a:r>
              <a:rPr lang="en-IN" b="1" dirty="0">
                <a:solidFill>
                  <a:schemeClr val="tx1"/>
                </a:solidFill>
              </a:rPr>
              <a:t>200 OK, 400 Bad Request, 404 Not Found,</a:t>
            </a:r>
            <a:r>
              <a:rPr lang="en-IN" dirty="0">
                <a:solidFill>
                  <a:schemeClr val="tx1"/>
                </a:solidFill>
              </a:rPr>
              <a:t> and </a:t>
            </a:r>
            <a:r>
              <a:rPr lang="en-IN" b="1" dirty="0">
                <a:solidFill>
                  <a:schemeClr val="tx1"/>
                </a:solidFill>
              </a:rPr>
              <a:t>500 Internal Server Error</a:t>
            </a:r>
            <a:r>
              <a:rPr lang="en-IN" dirty="0">
                <a:solidFill>
                  <a:schemeClr val="tx1"/>
                </a:solidFill>
              </a:rPr>
              <a:t> for reliable API responses.</a:t>
            </a:r>
            <a:endParaRPr lang="en-IN" dirty="0">
              <a:solidFill>
                <a:schemeClr val="tx1"/>
              </a:solidFill>
            </a:endParaRPr>
          </a:p>
          <a:p>
            <a:pPr marL="0" indent="0">
              <a:buNone/>
            </a:pPr>
            <a:endParaRPr lang="en-US"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440" y="191730"/>
            <a:ext cx="7043617" cy="2153264"/>
          </a:xfrm>
        </p:spPr>
        <p:txBody>
          <a:bodyPr/>
          <a:lstStyle/>
          <a:p>
            <a:r>
              <a:rPr lang="en-IN" dirty="0"/>
              <a:t>UML Diagrams</a:t>
            </a:r>
            <a:br>
              <a:rPr lang="en-IN" dirty="0"/>
            </a:br>
            <a:br>
              <a:rPr lang="en-IN" dirty="0"/>
            </a:br>
            <a:br>
              <a:rPr lang="en-IN" dirty="0"/>
            </a:br>
            <a:endParaRPr lang="en-US" dirty="0"/>
          </a:p>
        </p:txBody>
      </p:sp>
      <p:sp>
        <p:nvSpPr>
          <p:cNvPr id="4" name="Content Placeholder 3"/>
          <p:cNvSpPr>
            <a:spLocks noGrp="1"/>
          </p:cNvSpPr>
          <p:nvPr>
            <p:ph idx="11"/>
          </p:nvPr>
        </p:nvSpPr>
        <p:spPr>
          <a:xfrm>
            <a:off x="4364808" y="766918"/>
            <a:ext cx="7043618" cy="1578076"/>
          </a:xfrm>
        </p:spPr>
        <p:txBody>
          <a:bodyPr>
            <a:normAutofit/>
          </a:bodyPr>
          <a:lstStyle/>
          <a:p>
            <a:r>
              <a:rPr lang="en-IN" b="1" dirty="0">
                <a:solidFill>
                  <a:schemeClr val="tx1"/>
                </a:solidFill>
              </a:rPr>
              <a:t>Use Case Diagram</a:t>
            </a:r>
            <a:endParaRPr lang="en-IN" b="1" dirty="0">
              <a:solidFill>
                <a:schemeClr val="tx1"/>
              </a:solidFill>
            </a:endParaRPr>
          </a:p>
          <a:p>
            <a:r>
              <a:rPr lang="en-IN" sz="1800" dirty="0">
                <a:solidFill>
                  <a:schemeClr val="tx1"/>
                </a:solidFill>
              </a:rPr>
              <a:t>Illustrates the interactions between the </a:t>
            </a:r>
            <a:r>
              <a:rPr lang="en-IN" sz="1800" b="1" dirty="0">
                <a:solidFill>
                  <a:schemeClr val="tx1"/>
                </a:solidFill>
              </a:rPr>
              <a:t>Student</a:t>
            </a:r>
            <a:r>
              <a:rPr lang="en-IN" sz="1800" dirty="0">
                <a:solidFill>
                  <a:schemeClr val="tx1"/>
                </a:solidFill>
              </a:rPr>
              <a:t> and </a:t>
            </a:r>
            <a:r>
              <a:rPr lang="en-IN" sz="1800" b="1" dirty="0">
                <a:solidFill>
                  <a:schemeClr val="tx1"/>
                </a:solidFill>
              </a:rPr>
              <a:t>Admin</a:t>
            </a:r>
            <a:r>
              <a:rPr lang="en-IN" sz="1800" dirty="0">
                <a:solidFill>
                  <a:schemeClr val="tx1"/>
                </a:solidFill>
              </a:rPr>
              <a:t> with the system. It represents the major functionalities such as submitting certificate requests, viewing requests, and approving requests.</a:t>
            </a:r>
            <a:br>
              <a:rPr lang="en-IN" dirty="0"/>
            </a:br>
            <a:endParaRPr lang="en-IN" dirty="0"/>
          </a:p>
        </p:txBody>
      </p:sp>
      <p:pic>
        <p:nvPicPr>
          <p:cNvPr id="3" name="Picture 2" descr="use case"/>
          <p:cNvPicPr>
            <a:picLocks noChangeAspect="1"/>
          </p:cNvPicPr>
          <p:nvPr/>
        </p:nvPicPr>
        <p:blipFill>
          <a:blip r:embed="rId1"/>
          <a:stretch>
            <a:fillRect/>
          </a:stretch>
        </p:blipFill>
        <p:spPr>
          <a:xfrm>
            <a:off x="4161155" y="2345055"/>
            <a:ext cx="6637655" cy="4425315"/>
          </a:xfrm>
          <a:prstGeom prst="rect">
            <a:avLst/>
          </a:prstGeom>
          <a:ln>
            <a:solidFill>
              <a:schemeClr val="tx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4"/>
          <p:cNvSpPr>
            <a:spLocks noGrp="1"/>
          </p:cNvSpPr>
          <p:nvPr>
            <p:ph sz="half" idx="2"/>
          </p:nvPr>
        </p:nvSpPr>
        <p:spPr>
          <a:xfrm>
            <a:off x="321691" y="383460"/>
            <a:ext cx="7384026" cy="1376515"/>
          </a:xfrm>
        </p:spPr>
        <p:txBody>
          <a:bodyPr>
            <a:normAutofit/>
          </a:bodyPr>
          <a:lstStyle/>
          <a:p>
            <a:r>
              <a:rPr lang="en-IN" sz="2400" b="1" dirty="0">
                <a:solidFill>
                  <a:schemeClr val="tx1"/>
                </a:solidFill>
              </a:rPr>
              <a:t>ER Diagram</a:t>
            </a:r>
            <a:endParaRPr lang="en-IN" sz="2400" b="1" dirty="0">
              <a:solidFill>
                <a:schemeClr val="tx1"/>
              </a:solidFill>
            </a:endParaRPr>
          </a:p>
          <a:p>
            <a:r>
              <a:rPr lang="en-IN" dirty="0">
                <a:solidFill>
                  <a:schemeClr val="tx1"/>
                </a:solidFill>
              </a:rPr>
              <a:t>Represents the database structure of the application. It shows the entities, attributes, and relationships involved in storing certificate request information.</a:t>
            </a:r>
            <a:endParaRPr lang="en-IN" dirty="0">
              <a:solidFill>
                <a:schemeClr val="tx1"/>
              </a:solidFill>
            </a:endParaRPr>
          </a:p>
          <a:p>
            <a:endParaRPr lang="en-IN" dirty="0">
              <a:solidFill>
                <a:schemeClr val="tx1"/>
              </a:solidFill>
            </a:endParaRPr>
          </a:p>
          <a:p>
            <a:endParaRPr lang="en-US" dirty="0">
              <a:solidFill>
                <a:schemeClr val="tx1"/>
              </a:solidFill>
            </a:endParaRPr>
          </a:p>
        </p:txBody>
      </p:sp>
      <p:pic>
        <p:nvPicPr>
          <p:cNvPr id="6" name="Picture 5" descr="er diagram"/>
          <p:cNvPicPr>
            <a:picLocks noChangeAspect="1"/>
          </p:cNvPicPr>
          <p:nvPr/>
        </p:nvPicPr>
        <p:blipFill>
          <a:blip r:embed="rId1"/>
          <a:stretch>
            <a:fillRect/>
          </a:stretch>
        </p:blipFill>
        <p:spPr>
          <a:xfrm>
            <a:off x="591820" y="1760220"/>
            <a:ext cx="8037195" cy="5026660"/>
          </a:xfrm>
          <a:prstGeom prst="rect">
            <a:avLst/>
          </a:prstGeom>
          <a:ln>
            <a:solidFill>
              <a:schemeClr val="tx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p:cNvSpPr>
            <a:spLocks noGrp="1"/>
          </p:cNvSpPr>
          <p:nvPr>
            <p:ph sz="half" idx="15"/>
          </p:nvPr>
        </p:nvSpPr>
        <p:spPr>
          <a:xfrm>
            <a:off x="914399" y="688259"/>
            <a:ext cx="8613059" cy="1317522"/>
          </a:xfrm>
        </p:spPr>
        <p:txBody>
          <a:bodyPr>
            <a:normAutofit/>
          </a:bodyPr>
          <a:lstStyle/>
          <a:p>
            <a:pPr marL="0" indent="0">
              <a:buNone/>
            </a:pPr>
            <a:r>
              <a:rPr lang="en-IN" sz="2000" b="1" dirty="0">
                <a:solidFill>
                  <a:schemeClr val="tx1"/>
                </a:solidFill>
              </a:rPr>
              <a:t>Class Diagram</a:t>
            </a:r>
            <a:endParaRPr lang="en-IN" sz="2000" b="1" dirty="0">
              <a:solidFill>
                <a:schemeClr val="tx1"/>
              </a:solidFill>
            </a:endParaRPr>
          </a:p>
          <a:p>
            <a:pPr marL="0" indent="0">
              <a:buNone/>
            </a:pPr>
            <a:r>
              <a:rPr lang="en-IN" dirty="0">
                <a:solidFill>
                  <a:schemeClr val="tx1"/>
                </a:solidFill>
              </a:rPr>
              <a:t>Depicts the object-oriented structure of the application, including the Model, Repository, Service, Controller, and their relationships in the Spring Boot MVC architecture.</a:t>
            </a:r>
            <a:endParaRPr lang="en-IN" dirty="0">
              <a:solidFill>
                <a:schemeClr val="tx1"/>
              </a:solidFill>
            </a:endParaRPr>
          </a:p>
          <a:p>
            <a:pPr marL="0" indent="0">
              <a:buNone/>
            </a:pPr>
            <a:endParaRPr lang="en-IN" dirty="0"/>
          </a:p>
          <a:p>
            <a:pPr marL="0" indent="0">
              <a:buNone/>
            </a:pPr>
            <a:endParaRPr lang="en-US" dirty="0"/>
          </a:p>
        </p:txBody>
      </p:sp>
      <p:pic>
        <p:nvPicPr>
          <p:cNvPr id="5" name="Picture 4" descr="class diagram"/>
          <p:cNvPicPr>
            <a:picLocks noChangeAspect="1"/>
          </p:cNvPicPr>
          <p:nvPr/>
        </p:nvPicPr>
        <p:blipFill>
          <a:blip r:embed="rId1"/>
          <a:srcRect r="14519"/>
          <a:stretch>
            <a:fillRect/>
          </a:stretch>
        </p:blipFill>
        <p:spPr>
          <a:xfrm>
            <a:off x="952500" y="2033905"/>
            <a:ext cx="7713980" cy="4745355"/>
          </a:xfrm>
          <a:prstGeom prst="rect">
            <a:avLst/>
          </a:prstGeom>
          <a:ln>
            <a:solidFill>
              <a:schemeClr val="tx2"/>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20767" y="1057274"/>
            <a:ext cx="7843837" cy="1012782"/>
          </a:xfrm>
        </p:spPr>
        <p:txBody>
          <a:bodyPr/>
          <a:lstStyle/>
          <a:p>
            <a:r>
              <a:rPr lang="en-US" sz="2400" dirty="0">
                <a:solidFill>
                  <a:schemeClr val="tx1"/>
                </a:solidFill>
              </a:rPr>
              <a:t>Functional Implementation — API Endpoints</a:t>
            </a:r>
            <a:br>
              <a:rPr lang="en-US" sz="2400" dirty="0">
                <a:solidFill>
                  <a:schemeClr val="tx1"/>
                </a:solidFill>
              </a:rPr>
            </a:br>
            <a:br>
              <a:rPr lang="en-US" sz="2400" dirty="0">
                <a:solidFill>
                  <a:schemeClr val="tx1"/>
                </a:solidFill>
              </a:rPr>
            </a:br>
            <a:endParaRPr lang="en-US" sz="2400" dirty="0">
              <a:solidFill>
                <a:schemeClr val="tx1"/>
              </a:solidFill>
            </a:endParaRPr>
          </a:p>
        </p:txBody>
      </p:sp>
      <p:sp>
        <p:nvSpPr>
          <p:cNvPr id="4" name="Content Placeholder 3"/>
          <p:cNvSpPr>
            <a:spLocks noGrp="1"/>
          </p:cNvSpPr>
          <p:nvPr>
            <p:ph idx="13"/>
          </p:nvPr>
        </p:nvSpPr>
        <p:spPr>
          <a:xfrm>
            <a:off x="1266825" y="1692275"/>
            <a:ext cx="7327265" cy="4361180"/>
          </a:xfrm>
        </p:spPr>
        <p:txBody>
          <a:bodyPr>
            <a:normAutofit fontScale="92500" lnSpcReduction="10000"/>
          </a:bodyPr>
          <a:lstStyle/>
          <a:p>
            <a:r>
              <a:rPr lang="en-IN" b="1" dirty="0">
                <a:solidFill>
                  <a:schemeClr val="tx1"/>
                </a:solidFill>
              </a:rPr>
              <a:t>API Endpoints &amp; Swagger</a:t>
            </a:r>
            <a:endParaRPr lang="en-IN" b="1" dirty="0">
              <a:solidFill>
                <a:schemeClr val="tx1"/>
              </a:solidFill>
            </a:endParaRPr>
          </a:p>
          <a:p>
            <a:endParaRPr lang="en-IN" b="1" dirty="0">
              <a:solidFill>
                <a:schemeClr val="tx1"/>
              </a:solidFill>
            </a:endParaRPr>
          </a:p>
          <a:p>
            <a:r>
              <a:rPr lang="en-IN" b="1" dirty="0">
                <a:solidFill>
                  <a:schemeClr val="tx1"/>
                </a:solidFill>
              </a:rPr>
              <a:t>REST API Endpoints:</a:t>
            </a:r>
            <a:endParaRPr lang="en-IN" b="1" dirty="0">
              <a:solidFill>
                <a:schemeClr val="tx1"/>
              </a:solidFill>
            </a:endParaRPr>
          </a:p>
          <a:p>
            <a:r>
              <a:rPr lang="en-IN" sz="2100" b="1" dirty="0">
                <a:solidFill>
                  <a:schemeClr val="tx1"/>
                </a:solidFill>
              </a:rPr>
              <a:t>POST</a:t>
            </a:r>
            <a:r>
              <a:rPr lang="en-IN" sz="2100" dirty="0">
                <a:solidFill>
                  <a:schemeClr val="tx1"/>
                </a:solidFill>
              </a:rPr>
              <a:t> /</a:t>
            </a:r>
            <a:r>
              <a:rPr lang="en-IN" sz="2100" dirty="0" err="1">
                <a:solidFill>
                  <a:schemeClr val="tx1"/>
                </a:solidFill>
              </a:rPr>
              <a:t>addRequest</a:t>
            </a:r>
            <a:r>
              <a:rPr lang="en-IN" sz="2100" dirty="0">
                <a:solidFill>
                  <a:schemeClr val="tx1"/>
                </a:solidFill>
              </a:rPr>
              <a:t> – Submit a new certificate request. </a:t>
            </a:r>
            <a:endParaRPr lang="en-IN" sz="2100" dirty="0">
              <a:solidFill>
                <a:schemeClr val="tx1"/>
              </a:solidFill>
            </a:endParaRPr>
          </a:p>
          <a:p>
            <a:r>
              <a:rPr lang="en-IN" sz="2100" b="1" dirty="0">
                <a:solidFill>
                  <a:schemeClr val="tx1"/>
                </a:solidFill>
              </a:rPr>
              <a:t>GET</a:t>
            </a:r>
            <a:r>
              <a:rPr lang="en-IN" sz="2100" dirty="0">
                <a:solidFill>
                  <a:schemeClr val="tx1"/>
                </a:solidFill>
              </a:rPr>
              <a:t> /</a:t>
            </a:r>
            <a:r>
              <a:rPr lang="en-IN" sz="2100" dirty="0" err="1">
                <a:solidFill>
                  <a:schemeClr val="tx1"/>
                </a:solidFill>
              </a:rPr>
              <a:t>getAllRequests</a:t>
            </a:r>
            <a:r>
              <a:rPr lang="en-IN" sz="2100" dirty="0">
                <a:solidFill>
                  <a:schemeClr val="tx1"/>
                </a:solidFill>
              </a:rPr>
              <a:t> – Retrieve all certificate requests. </a:t>
            </a:r>
            <a:endParaRPr lang="en-IN" sz="2100" dirty="0">
              <a:solidFill>
                <a:schemeClr val="tx1"/>
              </a:solidFill>
            </a:endParaRPr>
          </a:p>
          <a:p>
            <a:r>
              <a:rPr lang="en-IN" sz="2100" b="1" dirty="0">
                <a:solidFill>
                  <a:schemeClr val="tx1"/>
                </a:solidFill>
              </a:rPr>
              <a:t>PUT</a:t>
            </a:r>
            <a:r>
              <a:rPr lang="en-IN" sz="2100" dirty="0">
                <a:solidFill>
                  <a:schemeClr val="tx1"/>
                </a:solidFill>
              </a:rPr>
              <a:t> /</a:t>
            </a:r>
            <a:r>
              <a:rPr lang="en-IN" sz="2100" dirty="0" err="1">
                <a:solidFill>
                  <a:schemeClr val="tx1"/>
                </a:solidFill>
              </a:rPr>
              <a:t>approveRequest</a:t>
            </a:r>
            <a:r>
              <a:rPr lang="en-IN" sz="2100" dirty="0">
                <a:solidFill>
                  <a:schemeClr val="tx1"/>
                </a:solidFill>
              </a:rPr>
              <a:t>/{id} – Approve a certificate request by ID. </a:t>
            </a:r>
            <a:endParaRPr lang="en-IN" sz="2100" dirty="0">
              <a:solidFill>
                <a:schemeClr val="tx1"/>
              </a:solidFill>
            </a:endParaRPr>
          </a:p>
          <a:p>
            <a:endParaRPr lang="en-IN" dirty="0">
              <a:solidFill>
                <a:schemeClr val="tx1"/>
              </a:solidFill>
            </a:endParaRPr>
          </a:p>
          <a:p>
            <a:r>
              <a:rPr lang="en-IN" b="1" dirty="0">
                <a:solidFill>
                  <a:schemeClr val="tx1"/>
                </a:solidFill>
              </a:rPr>
              <a:t>Swagger Documentation</a:t>
            </a:r>
            <a:endParaRPr lang="en-IN" b="1" dirty="0">
              <a:solidFill>
                <a:schemeClr val="tx1"/>
              </a:solidFill>
            </a:endParaRPr>
          </a:p>
          <a:p>
            <a:endParaRPr lang="en-IN" b="1" dirty="0">
              <a:solidFill>
                <a:schemeClr val="tx1"/>
              </a:solidFill>
            </a:endParaRPr>
          </a:p>
          <a:p>
            <a:r>
              <a:rPr lang="en-IN" sz="1900" dirty="0">
                <a:solidFill>
                  <a:schemeClr val="tx1"/>
                </a:solidFill>
              </a:rPr>
              <a:t>Provides an interactive interface to test REST APIs. </a:t>
            </a:r>
            <a:endParaRPr lang="en-IN" sz="1900" dirty="0">
              <a:solidFill>
                <a:schemeClr val="tx1"/>
              </a:solidFill>
            </a:endParaRPr>
          </a:p>
          <a:p>
            <a:r>
              <a:rPr lang="en-IN" sz="1900" dirty="0">
                <a:solidFill>
                  <a:schemeClr val="tx1"/>
                </a:solidFill>
              </a:rPr>
              <a:t>Displays available endpoints, request parameters, and responses. </a:t>
            </a:r>
            <a:endParaRPr lang="en-IN" sz="1900" dirty="0">
              <a:solidFill>
                <a:schemeClr val="tx1"/>
              </a:solidFill>
            </a:endParaRPr>
          </a:p>
          <a:p>
            <a:r>
              <a:rPr lang="en-IN" sz="1900" dirty="0">
                <a:solidFill>
                  <a:schemeClr val="tx1"/>
                </a:solidFill>
              </a:rPr>
              <a:t>Simplifies API testing and backend validation without additional tools.</a:t>
            </a:r>
            <a:endParaRPr lang="en-IN" sz="1900" dirty="0">
              <a:solidFill>
                <a:schemeClr val="tx1"/>
              </a:solidFill>
            </a:endParaRPr>
          </a:p>
          <a:p>
            <a:endParaRPr lang="en-US"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550563" y="1089213"/>
            <a:ext cx="9879437" cy="980844"/>
          </a:xfrm>
        </p:spPr>
        <p:txBody>
          <a:bodyPr/>
          <a:lstStyle/>
          <a:p>
            <a:r>
              <a:rPr lang="en-US" dirty="0">
                <a:solidFill>
                  <a:schemeClr val="tx1"/>
                </a:solidFill>
              </a:rPr>
              <a:t>Swagger UI - </a:t>
            </a:r>
            <a:r>
              <a:rPr lang="en-IN" dirty="0" err="1">
                <a:solidFill>
                  <a:schemeClr val="tx1"/>
                </a:solidFill>
                <a:hlinkClick r:id="rId1"/>
              </a:rPr>
              <a:t>api</a:t>
            </a:r>
            <a:r>
              <a:rPr lang="en-IN" dirty="0">
                <a:solidFill>
                  <a:schemeClr val="tx1"/>
                </a:solidFill>
                <a:hlinkClick r:id="rId1"/>
              </a:rPr>
              <a:t>-controller</a:t>
            </a:r>
            <a:br>
              <a:rPr lang="en-IN" dirty="0">
                <a:solidFill>
                  <a:schemeClr val="tx1"/>
                </a:solidFill>
              </a:rPr>
            </a:br>
            <a:br>
              <a:rPr lang="en-IN" dirty="0">
                <a:solidFill>
                  <a:schemeClr val="tx1"/>
                </a:solidFill>
              </a:rPr>
            </a:br>
            <a:endParaRPr lang="en-US" dirty="0">
              <a:solidFill>
                <a:schemeClr val="tx1"/>
              </a:solidFill>
            </a:endParaRPr>
          </a:p>
        </p:txBody>
      </p:sp>
      <p:sp>
        <p:nvSpPr>
          <p:cNvPr id="4" name="Text Placeholder 3"/>
          <p:cNvSpPr>
            <a:spLocks noGrp="1"/>
          </p:cNvSpPr>
          <p:nvPr>
            <p:ph type="body" sz="quarter" idx="13"/>
          </p:nvPr>
        </p:nvSpPr>
        <p:spPr>
          <a:xfrm>
            <a:off x="1550564" y="2331958"/>
            <a:ext cx="2975217" cy="3704266"/>
          </a:xfrm>
        </p:spPr>
        <p:txBody>
          <a:bodyPr/>
          <a:lstStyle/>
          <a:p>
            <a:endParaRPr lang="en-US" dirty="0"/>
          </a:p>
        </p:txBody>
      </p:sp>
      <p:pic>
        <p:nvPicPr>
          <p:cNvPr id="7" name="Picture 6" descr="Screenshot 2026-07-15 231152"/>
          <p:cNvPicPr>
            <a:picLocks noChangeAspect="1"/>
          </p:cNvPicPr>
          <p:nvPr/>
        </p:nvPicPr>
        <p:blipFill>
          <a:blip r:embed="rId2"/>
          <a:srcRect r="11020"/>
          <a:stretch>
            <a:fillRect/>
          </a:stretch>
        </p:blipFill>
        <p:spPr>
          <a:xfrm>
            <a:off x="1256665" y="1327785"/>
            <a:ext cx="10190480" cy="5236210"/>
          </a:xfrm>
          <a:prstGeom prst="rect">
            <a:avLst/>
          </a:prstGeom>
          <a:ln>
            <a:solidFill>
              <a:schemeClr val="tx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1" y="849782"/>
            <a:ext cx="5715000" cy="2727709"/>
          </a:xfrm>
        </p:spPr>
        <p:txBody>
          <a:bodyPr/>
          <a:lstStyle/>
          <a:p>
            <a:r>
              <a:rPr lang="en-US" dirty="0">
                <a:solidFill>
                  <a:schemeClr val="tx1"/>
                </a:solidFill>
              </a:rPr>
              <a:t>Thank </a:t>
            </a:r>
            <a:br>
              <a:rPr lang="en-US" dirty="0">
                <a:solidFill>
                  <a:schemeClr val="tx1"/>
                </a:solidFill>
              </a:rPr>
            </a:br>
            <a:r>
              <a:rPr lang="en-US" dirty="0">
                <a:solidFill>
                  <a:schemeClr val="tx1"/>
                </a:solidFill>
              </a:rPr>
              <a:t>you</a:t>
            </a:r>
            <a:endParaRPr lang="en-US" dirty="0">
              <a:solidFill>
                <a:schemeClr val="tx1"/>
              </a:solidFill>
            </a:endParaRPr>
          </a:p>
        </p:txBody>
      </p:sp>
      <p:sp>
        <p:nvSpPr>
          <p:cNvPr id="3" name="Subtitle 2"/>
          <p:cNvSpPr>
            <a:spLocks noGrp="1"/>
          </p:cNvSpPr>
          <p:nvPr>
            <p:ph type="subTitle" idx="1"/>
          </p:nvPr>
        </p:nvSpPr>
        <p:spPr>
          <a:xfrm>
            <a:off x="914401" y="3813606"/>
            <a:ext cx="5715000" cy="2234642"/>
          </a:xfrm>
        </p:spPr>
        <p:txBody>
          <a:bodyPr/>
          <a:lstStyle/>
          <a:p>
            <a:r>
              <a:rPr lang="en-US" dirty="0">
                <a:solidFill>
                  <a:schemeClr val="tx1"/>
                </a:solidFill>
              </a:rPr>
              <a:t>Ashwin Krishna.V</a:t>
            </a:r>
            <a:endParaRPr lang="en-US" dirty="0">
              <a:solidFill>
                <a:schemeClr val="tx1"/>
              </a:solidFill>
            </a:endParaRPr>
          </a:p>
          <a:p>
            <a:r>
              <a:rPr lang="en-US" dirty="0">
                <a:solidFill>
                  <a:schemeClr val="tx1"/>
                </a:solidFill>
              </a:rPr>
              <a:t>727824TUCS031</a:t>
            </a:r>
            <a:br>
              <a:rPr lang="en-US" dirty="0">
                <a:solidFill>
                  <a:schemeClr val="tx1"/>
                </a:solidFill>
              </a:rPr>
            </a:br>
            <a:r>
              <a:rPr lang="en-US" dirty="0">
                <a:solidFill>
                  <a:schemeClr val="tx1"/>
                </a:solidFill>
              </a:rPr>
              <a:t>III CSE – E</a:t>
            </a:r>
            <a:endParaRPr lang="en-US" dirty="0">
              <a:solidFill>
                <a:schemeClr val="tx1"/>
              </a:solidFill>
            </a:endParaRPr>
          </a:p>
        </p:txBody>
      </p:sp>
    </p:spTree>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datastoreItem>
</file>

<file path=customXml/itemProps2.xml><?xml version="1.0" encoding="utf-8"?>
<ds:datastoreItem xmlns:ds="http://schemas.openxmlformats.org/officeDocument/2006/customXml" ds:itemID="{16DBB56F-4362-4386-A1A1-3DF898896616}">
  <ds:schemaRefs/>
</ds:datastoreItem>
</file>

<file path=customXml/itemProps3.xml><?xml version="1.0" encoding="utf-8"?>
<ds:datastoreItem xmlns:ds="http://schemas.openxmlformats.org/officeDocument/2006/customXml" ds:itemID="{04948363-B267-4BAC-8655-100FBEC280C1}">
  <ds:schemaRefs/>
</ds:datastoreItem>
</file>

<file path=docProps/app.xml><?xml version="1.0" encoding="utf-8"?>
<Properties xmlns="http://schemas.openxmlformats.org/officeDocument/2006/extended-properties" xmlns:vt="http://schemas.openxmlformats.org/officeDocument/2006/docPropsVTypes">
  <Template>{736CF8D1-10AB-476C-9A93-4772273E8D9C}TF8a9b5915-b8c7-461e-8cdd-693d48b5e32371f7b7e2_win32-4bf0b9a2ea37</Template>
  <TotalTime>0</TotalTime>
  <Words>3438</Words>
  <Application>WPS Presentation</Application>
  <PresentationFormat>Widescreen</PresentationFormat>
  <Paragraphs>76</Paragraphs>
  <Slides>11</Slides>
  <Notes>11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Sabon Next LT</vt:lpstr>
      <vt:lpstr>Segoe Print</vt:lpstr>
      <vt:lpstr>Arial Black</vt:lpstr>
      <vt:lpstr>Microsoft YaHei</vt:lpstr>
      <vt:lpstr>Arial Unicode MS</vt:lpstr>
      <vt:lpstr>Calibri</vt:lpstr>
      <vt:lpstr>Custom</vt:lpstr>
      <vt:lpstr>LEARNING MANAGEMENT SYSTEM Spring Boot Backend Project</vt:lpstr>
      <vt:lpstr>Table of Contents</vt:lpstr>
      <vt:lpstr>Introduction  The Learning Management System (LMS) is a web-based application developed to improve the learning process in educational institutions. It allows students to access study materials, submit assignments, and attend quizzes online. Instructors can manage courses and monitor student progress efficiently. The system provides a centralized platform for teaching and learning activities. The project aims to make education more accessible, organized, and interactive through digital technology.  Key Features  * Course Management * Assignment Management * Quiz Management * Student Progress Tracking  </vt:lpstr>
      <vt:lpstr>Problem Statement  To develop a centralized platform for managing courses, assignments, quizzes, and student progress efficiently in an online learning environment.   Challenges:  * User Authentication and Authorization * Course and Content Management * Assignment and Quiz Handling * Tracking Student Progress and Performance    Proposed Solution  To develop a web-based Learning Management System that provides a centralized platform for managing courses, assignments, quizzes, and student progress efficiently and securely.  </vt:lpstr>
      <vt:lpstr>Project Objectives</vt:lpstr>
      <vt:lpstr>UML Diagrams   </vt:lpstr>
      <vt:lpstr>PowerPoint 演示文稿</vt:lpstr>
      <vt:lpstr>PowerPoint 演示文稿</vt:lpstr>
      <vt:lpstr>Functional Implementation — API Endpoints  </vt:lpstr>
      <vt:lpstr>Swagger UI - api-controller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Akilan R.S</dc:creator>
  <cp:lastModifiedBy>Ashwin Krishna</cp:lastModifiedBy>
  <cp:revision>5</cp:revision>
  <dcterms:created xsi:type="dcterms:W3CDTF">2026-07-14T10:49:00Z</dcterms:created>
  <dcterms:modified xsi:type="dcterms:W3CDTF">2026-07-15T18:12:56Z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1033-12.1.0.26880</vt:lpwstr>
  </property>
  <property fmtid="{D5CDD505-2E9C-101B-9397-08002B2CF9AE}" pid="4" name="ICV">
    <vt:lpwstr>CFE90FBDDF2B419C8C58C0B60809D1C9_13</vt:lpwstr>
  </property>
</Properties>
</file>